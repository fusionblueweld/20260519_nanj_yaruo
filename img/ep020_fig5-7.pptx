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32400-9D08-37C4-4233-A7CA88FAE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E125ED-A5E2-2FBC-819E-374AA55C3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3CBAEF-9967-2232-E717-099C5DAE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FB982-5528-3F03-2B9F-88B81F66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92FE60-96B4-9C21-A4DC-0FCEF713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17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57C29-5173-AA28-9EE2-3BEA7023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758C98-59AD-F024-A78D-AE0894F3C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1297B3-638B-5CC8-2F8B-431E5386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19EC40-D34E-71B9-65E3-996D19C3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E0B1C-BF51-3AD0-DE38-C0D9805B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16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6C6F4-8EDF-0B72-B526-81B940AB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849921-3F57-89D4-B246-F9AEBFDD2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AF3737-6B4C-F942-3F0E-1CE183CE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BF98EF-0F54-6295-D209-33C83D8D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3C6A1F-96D1-AB99-6B18-5F370871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03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1AD31A-6C4D-8006-CD91-729F4948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AC0C18-14A7-80B6-9006-E95A60E07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00018C-BC5D-3771-B5CF-7692781FF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B7E8BB-F89F-23C2-0A09-EFD6AC2E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26DE2C-6006-AC26-DB31-68A645358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B03B6D-0189-5F05-C002-02F9D096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32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E340E-886D-3F1B-04B0-32F650AE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F9A44-493C-B26F-B899-7573D0B2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187FC8-B7A5-EE8F-5D04-795478232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AF23131-6ED7-E9B4-FA8E-0E34636F3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F77397-7F28-D82B-12D5-F4AA606A1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DC0272-FAB4-7AD3-D3A5-55095747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AB6D242-9986-8995-A3CA-9EA7C515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D054EE9-02E9-9EC3-1172-334F509A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7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463AB-1080-1165-10C7-648B4931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64F60E-B5CC-3F83-C440-5C1FE8C5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7952FD5-38FC-26AC-C7FB-5B2A4BF1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99828B-F1AB-E660-60ED-48CF900B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04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37988A9-80C7-0B33-29C9-173E1B6A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BBFD718-E798-CFA3-1B49-487773F3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1F3988-29C1-2387-1F01-0B28A79E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3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2DE475-7644-C48E-A51B-A6F3A332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55262A-BBD7-570D-42A4-E4054006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361F36-69B4-DD2D-4D07-A96D51883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41DC-E234-10D4-5BC1-EA07CA6C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DBF5B2-2D16-4596-C51D-93FDC070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271084-3293-0223-6AE4-19A79FCA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03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83232-7E9A-68D2-3B87-D58A0194B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05C96C-2795-C4FE-F8B4-12296FB55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4D6DA0-2D3E-AA89-F11D-73D9F6548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CB4212-406B-8AD6-98F4-76411854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EA9423-C3E4-3F5F-0C69-44AF1C14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322CD4-4EA3-0E07-C300-647A97EF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605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0F555-6110-8163-2F95-222C27C2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7680B9-BBFE-D35D-7D90-0C66EF48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DCDDC2-3703-B618-242C-00CACD41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4AAA08-5CFC-4C43-06E1-CC3C4898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930BF0-C11E-5D03-18CB-C073F7D6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16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F524D1-21EE-5F44-D15F-BA90B9311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1DBC2A-3B00-1F7B-50F2-2CFE1C733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84CF92-7FD3-BDD5-8687-D4BBCFF5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4A218C-16DE-9267-ABDB-E7640D99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42ABAC-2696-084C-74A0-4A53DD2A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67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A8DFFFE-28B1-4160-7E60-FDE79402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8C1C21-F67F-B524-7601-176244BA8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A37D25-4BA6-A1C6-8781-3DCAAC2B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DCC00-1489-4491-9901-F23B5ACC335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996FFA-C394-07E2-0AEB-DAF717FBC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0B1042-B5B8-66DF-5D55-C2D97B6A8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62093-A35B-40A0-89FD-4F58E924E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744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EF106CE3-4E55-155B-5205-23013717EA3A}"/>
              </a:ext>
            </a:extLst>
          </p:cNvPr>
          <p:cNvSpPr/>
          <p:nvPr/>
        </p:nvSpPr>
        <p:spPr>
          <a:xfrm>
            <a:off x="3016658" y="1230538"/>
            <a:ext cx="756000" cy="75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ED0E95E9-5E4B-1D01-7943-03C2AE7E60F3}"/>
              </a:ext>
            </a:extLst>
          </p:cNvPr>
          <p:cNvSpPr/>
          <p:nvPr/>
        </p:nvSpPr>
        <p:spPr>
          <a:xfrm>
            <a:off x="4626941" y="1230538"/>
            <a:ext cx="756000" cy="75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baseline="-25000" dirty="0">
              <a:solidFill>
                <a:schemeClr val="tx1"/>
              </a:solidFill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C9273B65-3707-49CD-F12B-B894CF6DCA4C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3772658" y="1608538"/>
            <a:ext cx="854283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E8598CC-18F3-B967-5FE4-9C2A4DBC7FA5}"/>
              </a:ext>
            </a:extLst>
          </p:cNvPr>
          <p:cNvSpPr/>
          <p:nvPr/>
        </p:nvSpPr>
        <p:spPr>
          <a:xfrm>
            <a:off x="6925590" y="1333671"/>
            <a:ext cx="895738" cy="54973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tx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155BDD9-8624-B0AA-7B5E-DBE1A06BFDAF}"/>
              </a:ext>
            </a:extLst>
          </p:cNvPr>
          <p:cNvCxnSpPr>
            <a:cxnSpLocks/>
            <a:stCxn id="8" idx="6"/>
            <a:endCxn id="15" idx="1"/>
          </p:cNvCxnSpPr>
          <p:nvPr/>
        </p:nvCxnSpPr>
        <p:spPr>
          <a:xfrm>
            <a:off x="5382941" y="1608538"/>
            <a:ext cx="1542649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12C4CB8-223D-B979-F767-5F7E66E9928E}"/>
              </a:ext>
            </a:extLst>
          </p:cNvPr>
          <p:cNvCxnSpPr>
            <a:cxnSpLocks/>
            <a:stCxn id="45" idx="4"/>
            <a:endCxn id="15" idx="0"/>
          </p:cNvCxnSpPr>
          <p:nvPr/>
        </p:nvCxnSpPr>
        <p:spPr>
          <a:xfrm>
            <a:off x="7372210" y="939592"/>
            <a:ext cx="1249" cy="394079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A89A971C-1320-6139-2742-4EE6E2902606}"/>
              </a:ext>
            </a:extLst>
          </p:cNvPr>
          <p:cNvSpPr/>
          <p:nvPr/>
        </p:nvSpPr>
        <p:spPr>
          <a:xfrm>
            <a:off x="6994210" y="183592"/>
            <a:ext cx="756000" cy="75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E7686BF-00F2-25D0-8D09-3ADFF777A3B5}"/>
                  </a:ext>
                </a:extLst>
              </p:cNvPr>
              <p:cNvSpPr txBox="1"/>
              <p:nvPr/>
            </p:nvSpPr>
            <p:spPr>
              <a:xfrm>
                <a:off x="4741176" y="1306751"/>
                <a:ext cx="54726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ja-JP" altLang="en-US" sz="3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E7686BF-00F2-25D0-8D09-3ADFF777A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176" y="1306751"/>
                <a:ext cx="54726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5DB1303A-82EC-AA2F-B17B-C9011F183344}"/>
                  </a:ext>
                </a:extLst>
              </p:cNvPr>
              <p:cNvSpPr txBox="1"/>
              <p:nvPr/>
            </p:nvSpPr>
            <p:spPr>
              <a:xfrm>
                <a:off x="7118184" y="203228"/>
                <a:ext cx="5472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ja-JP" altLang="en-US" sz="3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5DB1303A-82EC-AA2F-B17B-C9011F183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184" y="203228"/>
                <a:ext cx="5472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EF58C118-69C3-0A84-C77F-343DC2D25F77}"/>
                  </a:ext>
                </a:extLst>
              </p:cNvPr>
              <p:cNvSpPr txBox="1"/>
              <p:nvPr/>
            </p:nvSpPr>
            <p:spPr>
              <a:xfrm>
                <a:off x="3150943" y="1239205"/>
                <a:ext cx="5439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ja-JP" altLang="en-US" sz="3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EF58C118-69C3-0A84-C77F-343DC2D25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943" y="1239205"/>
                <a:ext cx="54393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406F7A9B-08AF-0A0D-DC59-EFA28030E000}"/>
                  </a:ext>
                </a:extLst>
              </p:cNvPr>
              <p:cNvSpPr txBox="1"/>
              <p:nvPr/>
            </p:nvSpPr>
            <p:spPr>
              <a:xfrm>
                <a:off x="4035092" y="1583750"/>
                <a:ext cx="3392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406F7A9B-08AF-0A0D-DC59-EFA28030E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092" y="1583750"/>
                <a:ext cx="339260" cy="369332"/>
              </a:xfrm>
              <a:prstGeom prst="rect">
                <a:avLst/>
              </a:prstGeom>
              <a:blipFill>
                <a:blip r:embed="rId5"/>
                <a:stretch>
                  <a:fillRect l="-7143" r="-3571" b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E488141B-AF5E-D002-08CE-3CE363FB2013}"/>
                  </a:ext>
                </a:extLst>
              </p:cNvPr>
              <p:cNvSpPr txBox="1"/>
              <p:nvPr/>
            </p:nvSpPr>
            <p:spPr>
              <a:xfrm>
                <a:off x="4863188" y="2038137"/>
                <a:ext cx="2760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E488141B-AF5E-D002-08CE-3CE363FB2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188" y="2038137"/>
                <a:ext cx="276038" cy="369332"/>
              </a:xfrm>
              <a:prstGeom prst="rect">
                <a:avLst/>
              </a:prstGeom>
              <a:blipFill>
                <a:blip r:embed="rId6"/>
                <a:stretch>
                  <a:fillRect l="-22222" r="-17778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0CA3270A-3D64-1873-9E24-7ACB9F1E53AE}"/>
                  </a:ext>
                </a:extLst>
              </p:cNvPr>
              <p:cNvSpPr txBox="1"/>
              <p:nvPr/>
            </p:nvSpPr>
            <p:spPr>
              <a:xfrm>
                <a:off x="5531965" y="1269067"/>
                <a:ext cx="120462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0CA3270A-3D64-1873-9E24-7ACB9F1E5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965" y="1269067"/>
                <a:ext cx="1204624" cy="246221"/>
              </a:xfrm>
              <a:prstGeom prst="rect">
                <a:avLst/>
              </a:prstGeom>
              <a:blipFill>
                <a:blip r:embed="rId7"/>
                <a:stretch>
                  <a:fillRect l="-3030" t="-12195" r="-2020" b="-268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02ACB251-D48E-D3A5-0094-63DFA46D3A86}"/>
                  </a:ext>
                </a:extLst>
              </p:cNvPr>
              <p:cNvSpPr txBox="1"/>
              <p:nvPr/>
            </p:nvSpPr>
            <p:spPr>
              <a:xfrm>
                <a:off x="7031206" y="1421364"/>
                <a:ext cx="7212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02ACB251-D48E-D3A5-0094-63DFA46D3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206" y="1421364"/>
                <a:ext cx="721223" cy="369332"/>
              </a:xfrm>
              <a:prstGeom prst="rect">
                <a:avLst/>
              </a:prstGeom>
              <a:blipFill>
                <a:blip r:embed="rId8"/>
                <a:stretch>
                  <a:fillRect l="-6723" r="-6723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7236E670-FA20-F1E7-3547-2ADBEBBEE6EE}"/>
                  </a:ext>
                </a:extLst>
              </p:cNvPr>
              <p:cNvSpPr txBox="1"/>
              <p:nvPr/>
            </p:nvSpPr>
            <p:spPr>
              <a:xfrm>
                <a:off x="8001643" y="1269944"/>
                <a:ext cx="2036520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7236E670-FA20-F1E7-3547-2ADBEBBEE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643" y="1269944"/>
                <a:ext cx="2036520" cy="6721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楕円 8">
            <a:extLst>
              <a:ext uri="{FF2B5EF4-FFF2-40B4-BE49-F238E27FC236}">
                <a16:creationId xmlns:a16="http://schemas.microsoft.com/office/drawing/2014/main" id="{B744535E-4892-D582-6536-11C7F1087139}"/>
              </a:ext>
            </a:extLst>
          </p:cNvPr>
          <p:cNvSpPr/>
          <p:nvPr/>
        </p:nvSpPr>
        <p:spPr>
          <a:xfrm>
            <a:off x="3150943" y="3848609"/>
            <a:ext cx="756000" cy="75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C1E8B7E9-D83A-83FE-DB60-5A73F7FB0C13}"/>
              </a:ext>
            </a:extLst>
          </p:cNvPr>
          <p:cNvSpPr/>
          <p:nvPr/>
        </p:nvSpPr>
        <p:spPr>
          <a:xfrm>
            <a:off x="4761226" y="3848609"/>
            <a:ext cx="756000" cy="75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baseline="-25000" dirty="0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76534A8-96FC-8F12-392F-944620E0D8A2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3906943" y="4226609"/>
            <a:ext cx="854283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DEB4035-04C5-1C94-E4A3-6A630E1EBB4A}"/>
              </a:ext>
            </a:extLst>
          </p:cNvPr>
          <p:cNvSpPr/>
          <p:nvPr/>
        </p:nvSpPr>
        <p:spPr>
          <a:xfrm>
            <a:off x="7059875" y="3951742"/>
            <a:ext cx="895738" cy="54973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tx1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853DB8F-226E-FFF2-6FF2-F808E15E7EF2}"/>
              </a:ext>
            </a:extLst>
          </p:cNvPr>
          <p:cNvCxnSpPr>
            <a:cxnSpLocks/>
            <a:stCxn id="10" idx="6"/>
            <a:endCxn id="12" idx="1"/>
          </p:cNvCxnSpPr>
          <p:nvPr/>
        </p:nvCxnSpPr>
        <p:spPr>
          <a:xfrm>
            <a:off x="5517226" y="4226609"/>
            <a:ext cx="1542649" cy="0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6A65359-54FE-12E5-8A6C-65EEF45DA6E3}"/>
              </a:ext>
            </a:extLst>
          </p:cNvPr>
          <p:cNvCxnSpPr>
            <a:cxnSpLocks/>
            <a:stCxn id="17" idx="4"/>
            <a:endCxn id="12" idx="0"/>
          </p:cNvCxnSpPr>
          <p:nvPr/>
        </p:nvCxnSpPr>
        <p:spPr>
          <a:xfrm>
            <a:off x="7506495" y="3557663"/>
            <a:ext cx="1249" cy="394079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F784A712-2303-C861-E623-95F792716BD3}"/>
              </a:ext>
            </a:extLst>
          </p:cNvPr>
          <p:cNvSpPr/>
          <p:nvPr/>
        </p:nvSpPr>
        <p:spPr>
          <a:xfrm>
            <a:off x="7128495" y="2801663"/>
            <a:ext cx="756000" cy="75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B6FDC2F-AAC1-73E8-4167-FBC8BA217B0F}"/>
                  </a:ext>
                </a:extLst>
              </p:cNvPr>
              <p:cNvSpPr txBox="1"/>
              <p:nvPr/>
            </p:nvSpPr>
            <p:spPr>
              <a:xfrm>
                <a:off x="4875461" y="3924822"/>
                <a:ext cx="54726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ja-JP" altLang="en-US" sz="3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B6FDC2F-AAC1-73E8-4167-FBC8BA217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461" y="3924822"/>
                <a:ext cx="547265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A385C0C-B65F-5876-36C7-B855F3380E6D}"/>
                  </a:ext>
                </a:extLst>
              </p:cNvPr>
              <p:cNvSpPr txBox="1"/>
              <p:nvPr/>
            </p:nvSpPr>
            <p:spPr>
              <a:xfrm>
                <a:off x="7252469" y="2821299"/>
                <a:ext cx="5472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ja-JP" altLang="en-US" sz="3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A385C0C-B65F-5876-36C7-B855F3380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469" y="2821299"/>
                <a:ext cx="547266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1D0E8B5-5406-18F4-4836-37A8983B28CD}"/>
                  </a:ext>
                </a:extLst>
              </p:cNvPr>
              <p:cNvSpPr txBox="1"/>
              <p:nvPr/>
            </p:nvSpPr>
            <p:spPr>
              <a:xfrm>
                <a:off x="3285228" y="3857276"/>
                <a:ext cx="5439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ja-JP" altLang="en-US" sz="3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1D0E8B5-5406-18F4-4836-37A8983B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228" y="3857276"/>
                <a:ext cx="543930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DE6897D-A3CE-CEA0-7E88-C20291C68A0B}"/>
                  </a:ext>
                </a:extLst>
              </p:cNvPr>
              <p:cNvSpPr txBox="1"/>
              <p:nvPr/>
            </p:nvSpPr>
            <p:spPr>
              <a:xfrm>
                <a:off x="4157836" y="4147155"/>
                <a:ext cx="3392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DE6897D-A3CE-CEA0-7E88-C20291C68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836" y="4147155"/>
                <a:ext cx="339260" cy="369332"/>
              </a:xfrm>
              <a:prstGeom prst="rect">
                <a:avLst/>
              </a:prstGeom>
              <a:blipFill>
                <a:blip r:embed="rId13"/>
                <a:stretch>
                  <a:fillRect l="-5357" r="-5357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C10FD5C-A52D-34F5-3E7E-240A87EE42D5}"/>
                  </a:ext>
                </a:extLst>
              </p:cNvPr>
              <p:cNvSpPr txBox="1"/>
              <p:nvPr/>
            </p:nvSpPr>
            <p:spPr>
              <a:xfrm>
                <a:off x="5012403" y="4604609"/>
                <a:ext cx="2760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C10FD5C-A52D-34F5-3E7E-240A87EE4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403" y="4604609"/>
                <a:ext cx="276038" cy="369332"/>
              </a:xfrm>
              <a:prstGeom prst="rect">
                <a:avLst/>
              </a:prstGeom>
              <a:blipFill>
                <a:blip r:embed="rId14"/>
                <a:stretch>
                  <a:fillRect l="-21739" r="-15217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71A9FB3-A604-E86B-F3FD-E8488A35FAD2}"/>
                  </a:ext>
                </a:extLst>
              </p:cNvPr>
              <p:cNvSpPr txBox="1"/>
              <p:nvPr/>
            </p:nvSpPr>
            <p:spPr>
              <a:xfrm>
                <a:off x="5666250" y="3887138"/>
                <a:ext cx="120462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71A9FB3-A604-E86B-F3FD-E8488A35F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250" y="3887138"/>
                <a:ext cx="1204624" cy="246221"/>
              </a:xfrm>
              <a:prstGeom prst="rect">
                <a:avLst/>
              </a:prstGeom>
              <a:blipFill>
                <a:blip r:embed="rId15"/>
                <a:stretch>
                  <a:fillRect l="-3046" t="-15000" r="-2538" b="-3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0DDC717-AFEA-8AD2-A4EC-BA3F11C03D9A}"/>
                  </a:ext>
                </a:extLst>
              </p:cNvPr>
              <p:cNvSpPr txBox="1"/>
              <p:nvPr/>
            </p:nvSpPr>
            <p:spPr>
              <a:xfrm>
                <a:off x="7165491" y="4039435"/>
                <a:ext cx="7212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0DDC717-AFEA-8AD2-A4EC-BA3F11C03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491" y="4039435"/>
                <a:ext cx="721223" cy="369332"/>
              </a:xfrm>
              <a:prstGeom prst="rect">
                <a:avLst/>
              </a:prstGeom>
              <a:blipFill>
                <a:blip r:embed="rId16"/>
                <a:stretch>
                  <a:fillRect l="-6723" r="-6723" b="-1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F6487B5-63B9-4BED-F732-9A31815B1453}"/>
                  </a:ext>
                </a:extLst>
              </p:cNvPr>
              <p:cNvSpPr txBox="1"/>
              <p:nvPr/>
            </p:nvSpPr>
            <p:spPr>
              <a:xfrm>
                <a:off x="8135928" y="3888015"/>
                <a:ext cx="2036520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F6487B5-63B9-4BED-F732-9A31815B1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928" y="3888015"/>
                <a:ext cx="2036520" cy="672172"/>
              </a:xfrm>
              <a:prstGeom prst="rect">
                <a:avLst/>
              </a:prstGeom>
              <a:blipFill>
                <a:blip r:embed="rId17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3C58A87-7B7D-D00E-415E-2062D1BB18B6}"/>
              </a:ext>
            </a:extLst>
          </p:cNvPr>
          <p:cNvCxnSpPr>
            <a:cxnSpLocks/>
            <a:stCxn id="12" idx="2"/>
            <a:endCxn id="35" idx="0"/>
          </p:cNvCxnSpPr>
          <p:nvPr/>
        </p:nvCxnSpPr>
        <p:spPr>
          <a:xfrm flipH="1">
            <a:off x="7506495" y="4501475"/>
            <a:ext cx="0" cy="785419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76D450A-13DD-42CB-3744-2F14852986FA}"/>
                  </a:ext>
                </a:extLst>
              </p:cNvPr>
              <p:cNvSpPr txBox="1"/>
              <p:nvPr/>
            </p:nvSpPr>
            <p:spPr>
              <a:xfrm>
                <a:off x="8135928" y="5301871"/>
                <a:ext cx="791435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76D450A-13DD-42CB-3744-2F1485298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928" y="5301871"/>
                <a:ext cx="791435" cy="4675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301E6473-802C-CD42-72A3-B44DB28CA413}"/>
                  </a:ext>
                </a:extLst>
              </p:cNvPr>
              <p:cNvSpPr txBox="1"/>
              <p:nvPr/>
            </p:nvSpPr>
            <p:spPr>
              <a:xfrm>
                <a:off x="9019903" y="5301871"/>
                <a:ext cx="748218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301E6473-802C-CD42-72A3-B44DB28CA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03" y="5301871"/>
                <a:ext cx="748218" cy="4675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84853B4-7C1E-B019-7C64-C8048178E5D6}"/>
              </a:ext>
            </a:extLst>
          </p:cNvPr>
          <p:cNvSpPr/>
          <p:nvPr/>
        </p:nvSpPr>
        <p:spPr>
          <a:xfrm>
            <a:off x="7058626" y="5286894"/>
            <a:ext cx="895738" cy="54973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CFCB8812-776A-313C-9A15-22D7DED9A20A}"/>
                  </a:ext>
                </a:extLst>
              </p:cNvPr>
              <p:cNvSpPr txBox="1"/>
              <p:nvPr/>
            </p:nvSpPr>
            <p:spPr>
              <a:xfrm>
                <a:off x="7102995" y="5400039"/>
                <a:ext cx="8016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𝐺𝑟𝑎𝑑</m:t>
                      </m:r>
                    </m:oMath>
                  </m:oMathPara>
                </a14:m>
                <a:endPara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CFCB8812-776A-313C-9A15-22D7DED9A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995" y="5400039"/>
                <a:ext cx="801630" cy="369332"/>
              </a:xfrm>
              <a:prstGeom prst="rect">
                <a:avLst/>
              </a:prstGeom>
              <a:blipFill>
                <a:blip r:embed="rId20"/>
                <a:stretch>
                  <a:fillRect l="-6818" r="-6061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210C8DFA-FD72-98C7-AB13-EF532F7B4DBE}"/>
              </a:ext>
            </a:extLst>
          </p:cNvPr>
          <p:cNvCxnSpPr>
            <a:cxnSpLocks/>
          </p:cNvCxnSpPr>
          <p:nvPr/>
        </p:nvCxnSpPr>
        <p:spPr>
          <a:xfrm flipH="1" flipV="1">
            <a:off x="4325993" y="4516487"/>
            <a:ext cx="0" cy="1034762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7F325354-181B-7EF2-24FA-028D03D4B149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5150422" y="4973941"/>
            <a:ext cx="0" cy="577308"/>
          </a:xfrm>
          <a:prstGeom prst="straightConnector1">
            <a:avLst/>
          </a:prstGeom>
          <a:ln w="28575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B53F2FDF-C923-9974-6F2D-F4EAB5DD70D9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4325993" y="5561760"/>
            <a:ext cx="2732633" cy="1"/>
          </a:xfrm>
          <a:prstGeom prst="straightConnector1">
            <a:avLst/>
          </a:prstGeom>
          <a:ln w="28575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8F427281-1B35-934C-5AB9-80D7C2F210CA}"/>
                  </a:ext>
                </a:extLst>
              </p:cNvPr>
              <p:cNvSpPr txBox="1"/>
              <p:nvPr/>
            </p:nvSpPr>
            <p:spPr>
              <a:xfrm>
                <a:off x="4139584" y="5584705"/>
                <a:ext cx="1447208" cy="79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ja-JP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ja-JP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altLang="ja-JP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ja-JP" sz="1200" i="1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m:rPr>
                          <m:sty m:val="p"/>
                        </m:rPr>
                        <a:rPr lang="en-US" altLang="ja-JP" sz="1200">
                          <a:latin typeface="Cambria Math" panose="02040503050406030204" pitchFamily="18" charset="0"/>
                        </a:rPr>
                        <m:t>ss</m:t>
                      </m:r>
                    </m:oMath>
                  </m:oMathPara>
                </a14:m>
                <a:endParaRPr lang="en-US" altLang="ja-JP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ja-JP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ja-JP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ja-JP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f>
                        <m:fPr>
                          <m:ctrlPr>
                            <a:rPr lang="en-US" altLang="ja-JP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ja-JP" sz="1200" i="1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m:rPr>
                          <m:sty m:val="p"/>
                        </m:rPr>
                        <a:rPr lang="en-US" altLang="ja-JP" sz="1200">
                          <a:latin typeface="Cambria Math" panose="02040503050406030204" pitchFamily="18" charset="0"/>
                        </a:rPr>
                        <m:t>ss</m:t>
                      </m:r>
                    </m:oMath>
                  </m:oMathPara>
                </a14:m>
                <a:endParaRPr lang="ja-JP" altLang="en-US" sz="1200" dirty="0"/>
              </a:p>
            </p:txBody>
          </p:sp>
        </mc:Choice>
        <mc:Fallback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8F427281-1B35-934C-5AB9-80D7C2F21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584" y="5584705"/>
                <a:ext cx="1447208" cy="794576"/>
              </a:xfrm>
              <a:prstGeom prst="rect">
                <a:avLst/>
              </a:prstGeom>
              <a:blipFill>
                <a:blip r:embed="rId21"/>
                <a:stretch>
                  <a:fillRect b="-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3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664C9BD3-4A01-7C9E-55D1-27735E32403E}"/>
                  </a:ext>
                </a:extLst>
              </p:cNvPr>
              <p:cNvSpPr txBox="1"/>
              <p:nvPr/>
            </p:nvSpPr>
            <p:spPr>
              <a:xfrm>
                <a:off x="358628" y="2540636"/>
                <a:ext cx="11642290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ja-JP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m:rPr>
                          <m:sty m:val="p"/>
                        </m:rP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ss</m:t>
                      </m:r>
                      <m: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d>
                        <m:dPr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d>
                        <m:d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ja-JP" alt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ja-JP" alt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664C9BD3-4A01-7C9E-55D1-27735E324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28" y="2540636"/>
                <a:ext cx="11642290" cy="6721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0AC9992-3A76-60C2-F44D-6297CF9883CE}"/>
                  </a:ext>
                </a:extLst>
              </p:cNvPr>
              <p:cNvSpPr txBox="1"/>
              <p:nvPr/>
            </p:nvSpPr>
            <p:spPr>
              <a:xfrm>
                <a:off x="358628" y="3500532"/>
                <a:ext cx="1147474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ja-JP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m:rPr>
                          <m:sty m:val="p"/>
                        </m:rP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ss</m:t>
                      </m:r>
                      <m: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d>
                        <m:dPr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d>
                        <m:d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ja-JP" alt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ja-JP" alt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ja-JP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ja-JP" sz="16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0AC9992-3A76-60C2-F44D-6297CF988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28" y="3500532"/>
                <a:ext cx="11474744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ED3DF64-D198-C9E3-F3D2-D01FDD7BC36C}"/>
                  </a:ext>
                </a:extLst>
              </p:cNvPr>
              <p:cNvSpPr txBox="1"/>
              <p:nvPr/>
            </p:nvSpPr>
            <p:spPr>
              <a:xfrm>
                <a:off x="890872" y="4687931"/>
                <a:ext cx="3602396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m:rPr>
                          <m:sty m:val="p"/>
                        </m:rPr>
                        <a:rPr lang="en-US" altLang="ja-JP" sz="1600">
                          <a:latin typeface="Cambria Math" panose="02040503050406030204" pitchFamily="18" charset="0"/>
                        </a:rPr>
                        <m:t>ss</m:t>
                      </m:r>
                      <m:r>
                        <a:rPr lang="en-US" altLang="ja-JP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ja-JP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ED3DF64-D198-C9E3-F3D2-D01FDD7BC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72" y="4687931"/>
                <a:ext cx="3602396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D7600FD-A892-64F6-6910-C98AC6C5DABF}"/>
                  </a:ext>
                </a:extLst>
              </p:cNvPr>
              <p:cNvSpPr txBox="1"/>
              <p:nvPr/>
            </p:nvSpPr>
            <p:spPr>
              <a:xfrm>
                <a:off x="890872" y="5572275"/>
                <a:ext cx="3323666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ja-JP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m:rPr>
                          <m:sty m:val="p"/>
                        </m:rPr>
                        <a:rPr lang="en-US" altLang="ja-JP" sz="1600">
                          <a:latin typeface="Cambria Math" panose="02040503050406030204" pitchFamily="18" charset="0"/>
                        </a:rPr>
                        <m:t>ss</m:t>
                      </m:r>
                      <m:r>
                        <a:rPr lang="en-US" altLang="ja-JP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ja-JP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ja-JP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D7600FD-A892-64F6-6910-C98AC6C5D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72" y="5572275"/>
                <a:ext cx="3323666" cy="672172"/>
              </a:xfrm>
              <a:prstGeom prst="rect">
                <a:avLst/>
              </a:prstGeom>
              <a:blipFill>
                <a:blip r:embed="rId5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828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99</Words>
  <Application>Microsoft Office PowerPoint</Application>
  <PresentationFormat>ワイド画面</PresentationFormat>
  <Paragraphs>25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FUTOSHI TSUTSUMI</dc:creator>
  <cp:lastModifiedBy>FUTOSHI TSUTSUMI</cp:lastModifiedBy>
  <cp:revision>3</cp:revision>
  <dcterms:created xsi:type="dcterms:W3CDTF">2026-05-14T13:56:55Z</dcterms:created>
  <dcterms:modified xsi:type="dcterms:W3CDTF">2026-05-14T14:30:01Z</dcterms:modified>
</cp:coreProperties>
</file>